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래쉬투고 찾아오시는 길 안내. 주소: 서울특별시 강서구 마곡동 773 힐스테이트 에코 마곡역 340호. 마곡역 3번 출구 도보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마곡역 3번 출구 → STEP 2 GATE 1 통로 진입 → STEP 3 GATE 4 상가/오피스 엘리베이터 탑승 후 3층.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안내: 상가/오피스 엘리베이터로 3층 이동, 340호. 주소 서울특별시 강서구 마곡동 773 힐스테이트 에코 마곡역.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19672" y="0"/>
            <a:ext cx="56692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777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4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RASHTOGO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13385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래쉬투고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883664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찾아오시는 길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822960" y="2907792"/>
            <a:ext cx="4663440" cy="658368"/>
          </a:xfrm>
          <a:prstGeom prst="roundRect">
            <a:avLst>
              <a:gd name="adj" fmla="val 47222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29077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5호선 마곡역 3번 출구 · 도보 1분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136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245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강서구 마곡동 773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62686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힐스테이트 에코 마곡역  340호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08406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9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/ 오피스 엘리베이터 이용 · 3층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7790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마곡역 3번 출구에서 나와 직진하면 바로 보이는 건물입니다.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2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마곡역에서 오시는 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B6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 출구 기준 · 도보 1분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46920" y="566928"/>
            <a:ext cx="1993392" cy="566928"/>
          </a:xfrm>
          <a:prstGeom prst="roundRect">
            <a:avLst>
              <a:gd name="adj" fmla="val 48387"/>
            </a:avLst>
          </a:prstGeom>
          <a:solidFill>
            <a:srgbClr val="F7EF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46920" y="566928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3 STEP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3502152" cy="4279392"/>
          </a:xfrm>
          <a:prstGeom prst="roundRect">
            <a:avLst>
              <a:gd name="adj" fmla="val 1567"/>
            </a:avLst>
          </a:prstGeom>
          <a:solidFill>
            <a:srgbClr val="F7EFF2"/>
          </a:solidFill>
          <a:ln/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images/card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" y="1975104"/>
            <a:ext cx="3063240" cy="1874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" y="3995928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" y="3995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46817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2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마곡역 3번 출구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68096" y="513892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B6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출구로 나와 GS25 · 올렌즈(OLENS)가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B6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상가 방향으로 직진합니다.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43400" y="1755648"/>
            <a:ext cx="3502152" cy="4279392"/>
          </a:xfrm>
          <a:prstGeom prst="roundRect">
            <a:avLst>
              <a:gd name="adj" fmla="val 1567"/>
            </a:avLst>
          </a:prstGeom>
          <a:solidFill>
            <a:srgbClr val="F7EFF2"/>
          </a:solidFill>
          <a:ln/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13" name="Image 1" descr="images/card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2856" y="1975104"/>
            <a:ext cx="3063240" cy="18745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62856" y="3995928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562856" y="3995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562856" y="46817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2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1 입구 진입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4562856" y="513892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B6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올렌즈와 나이스공인중개사무소 사이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B6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‘GATE 1’ 통로로 들어갑니다.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38160" y="1755648"/>
            <a:ext cx="3502152" cy="4279392"/>
          </a:xfrm>
          <a:prstGeom prst="roundRect">
            <a:avLst>
              <a:gd name="adj" fmla="val 1567"/>
            </a:avLst>
          </a:prstGeom>
          <a:solidFill>
            <a:srgbClr val="F7EFF2"/>
          </a:solidFill>
          <a:ln/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19" name="Image 2" descr="images/card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57616" y="1975104"/>
            <a:ext cx="3063240" cy="18745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357616" y="3995928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357616" y="3995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8357616" y="46817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2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4 엘리베이터</a:t>
            </a:r>
            <a:endParaRPr lang="en-US" sz="1900" dirty="0"/>
          </a:p>
        </p:txBody>
      </p:sp>
      <p:sp>
        <p:nvSpPr>
          <p:cNvPr id="23" name="Text 18"/>
          <p:cNvSpPr txBox="1"/>
          <p:nvPr/>
        </p:nvSpPr>
        <p:spPr>
          <a:xfrm>
            <a:off x="8357616" y="513892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B6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통로 안쪽 ‘상가 / 오피스’ GATE 4에서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B6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엘리베이터를 타고 3층으로 갑니다.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2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· 3층 340호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B6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 홀에서 3층 버튼을 눌러 주세요.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241A20"/>
          </a:solidFill>
          <a:ln/>
          <a:effectLst>
            <a:outerShdw sx="100000" sy="100000" kx="0" ky="0" algn="bl" rotWithShape="0" blurRad="2032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01952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</a:t>
            </a:r>
            <a:pPr indent="0" marL="0">
              <a:buNone/>
            </a:pPr>
            <a:r>
              <a:rPr lang="en-US" sz="3000" b="1" dirty="0">
                <a:solidFill>
                  <a:srgbClr val="C4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999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9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힐스테이트 에코 마곡역 상가 3층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 하차 후 층 안내판을 확인해 주세요.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462272"/>
            <a:ext cx="402336" cy="402336"/>
          </a:xfrm>
          <a:prstGeom prst="ellipse">
            <a:avLst/>
          </a:prstGeom>
          <a:solidFill>
            <a:srgbClr val="F7EFF2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4590288"/>
            <a:ext cx="146304" cy="14630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407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랜드마크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663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2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올렌즈(OLENS) · GS25 · VIVA NAPOLI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402336" cy="402336"/>
          </a:xfrm>
          <a:prstGeom prst="ellipse">
            <a:avLst/>
          </a:prstGeom>
          <a:solidFill>
            <a:srgbClr val="F7EF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76656" y="5340096"/>
            <a:ext cx="146304" cy="14630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51572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입구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4132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2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1 통로 → 안쪽 GATE 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961888"/>
            <a:ext cx="402336" cy="402336"/>
          </a:xfrm>
          <a:prstGeom prst="ellipse">
            <a:avLst/>
          </a:prstGeom>
          <a:solidFill>
            <a:srgbClr val="F7EF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76656" y="6089904"/>
            <a:ext cx="146304" cy="14630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5907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61630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2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/ 오피스 전용 엘리베이터 홀</a:t>
            </a:r>
            <a:endParaRPr lang="en-US" sz="1400" dirty="0"/>
          </a:p>
        </p:txBody>
      </p:sp>
      <p:pic>
        <p:nvPicPr>
          <p:cNvPr id="20" name="Image 0" descr="images/tall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783080"/>
            <a:ext cx="3017520" cy="30175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715000" y="48828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1 통로 입구</a:t>
            </a:r>
            <a:endParaRPr lang="en-US" sz="1200" dirty="0"/>
          </a:p>
        </p:txBody>
      </p:sp>
      <p:pic>
        <p:nvPicPr>
          <p:cNvPr id="22" name="Image 1" descr="images/card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88552" y="1783080"/>
            <a:ext cx="2651760" cy="30175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88552" y="48828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4 엘리베이터 홀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715000" y="5440680"/>
            <a:ext cx="5925312" cy="914400"/>
          </a:xfrm>
          <a:prstGeom prst="roundRect">
            <a:avLst>
              <a:gd name="adj" fmla="val 6000"/>
            </a:avLst>
          </a:prstGeom>
          <a:solidFill>
            <a:srgbClr val="F7EFF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989320" y="554126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2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강서구 마곡동 773 힐스테이트 에코 마곡역 340호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5989320" y="588873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6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5호선 마곡역 3번 출구에서 도보 1분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래쉬투고 찾아오시는 길</dc:title>
  <dc:subject>PptxGenJS Presentation</dc:subject>
  <dc:creator>RASHTOGO</dc:creator>
  <cp:lastModifiedBy>RASHTOGO</cp:lastModifiedBy>
  <cp:revision>1</cp:revision>
  <dcterms:created xsi:type="dcterms:W3CDTF">2026-09-03T02:00:35Z</dcterms:created>
  <dcterms:modified xsi:type="dcterms:W3CDTF">2026-09-03T02:00:35Z</dcterms:modified>
</cp:coreProperties>
</file>